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50F23-62A9-BD68-C263-3C08A3D50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B7EE5-3EFC-CF74-2CE1-F53362D4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9FF66-9757-8743-7FB2-749838AE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41ADE-5114-E425-9CAA-2D200335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EB742-4A89-6BCD-3B95-F63B0EE6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1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F0BA-E814-1152-F9EE-FFD71F6E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5CED6-C4B8-C9FD-2295-A07819C0A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A7F7D-6547-CA43-E38F-62110C8E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D836D-F7F9-C866-350D-D974B7F3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E1892-DCE2-10A2-7AE8-A6393CC8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8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6B92-23D5-7681-CA1B-3754E71F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90569-B772-0D1B-9E07-4902885B9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4BD4-FABB-3BE5-4E58-B989279F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B28DF-0A66-337E-0ED2-C3CFFD4E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F9D2C-B106-6EBE-AB6A-0D4E14AA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95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B7D0-58F1-A993-6338-81A07D02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6227-A3F2-8DA7-3AEA-F8606DE2F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A54A6-9B83-6569-A4D9-E9ACBAFE6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2B492-8B5F-E1D2-7A45-D912233D6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32D27-A832-EEA3-B2C4-59D1A927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A2822-4914-500C-A222-4703D6CD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0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3912-6E6E-C4A1-DAF6-A787C35A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625E3-FFDC-D53C-33AD-7F37B58EF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C7966-0926-9613-9C36-296B79738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0D13F-9654-C015-73E6-F111D98C0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896A14-F3F3-0E63-66BC-5A97F3E33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AF4FF-91F2-7FBE-E807-60E9281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78DBCE-D059-7C73-5E37-8DD17E5B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144B7-2F30-741E-BD7F-9E1D9397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9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340-82AF-8414-2BCB-1E257248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897C7-CB4D-E00F-BC2D-02F2474F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2910D-2BF7-7E23-32EB-83FCC01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39F0D-13BF-D799-0638-425D04F3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8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C9938-804E-6F9F-D85B-78A36142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5DA78-3671-33D6-56CF-978EA1686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B0D64-EC8A-FE26-C774-EAE27473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5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E340-8CC2-55E8-19C4-90CECC33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2876-D30C-41F7-9BF2-FAF5005E1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767D8-464B-2C74-C22B-3DB2FB766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1AF4C-EAAD-0515-C63F-94EA4495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07668-FDF6-A81F-725A-3E3330B4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BBA6F-EECA-4F8C-A7A1-37EDB98A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9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D106-3ED5-D45D-196A-B48B581F4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5A4920-1F74-54E5-31D6-0286E2C50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A276F-1A2D-FAEE-97AA-53A7DD2F9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B0F83-BB0D-D8E7-1EF4-F3A8928B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7F73E-F37A-D065-B50D-E04C1A93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BD64D-4090-0C60-7594-45C8DC2A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1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EB71-2DDF-9C97-D79D-537F8CEF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5140E-5B7D-10A9-501F-5E91996E7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CD22E-3115-D18A-91AF-CA01DB7A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7EAE-D13B-A349-3DA5-D22F45A3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F542B-0E0B-616E-89F1-A67189A5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6EBFB-A589-FA92-9B26-C77FB64F3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B8985-3618-D543-8DB0-85A8A8411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1F1CF-A9A6-7D48-90CD-772734E8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456C5-3680-8462-3F08-DBA0731E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6823-524B-7C38-E95F-3A11B852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9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B9944A-B545-2216-A03B-4053B9A9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7342B-1264-1580-8411-EC90180E4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CFB59-B7F5-A4E1-C60A-2F7E62BF7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367D0-EA9E-4F89-A431-0FD8D3A808B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1CC18-5A00-7BA4-39B7-4FDEBBDC6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4AD98-4D8F-1263-6DB4-8AB5C2822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C06F7-8110-4E39-9CEC-9FFDF7B3C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3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FD5748D-73E3-0942-A19A-A2826ED06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49" y="1747967"/>
            <a:ext cx="1531414" cy="8640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AA87E6-58C9-B984-E617-9B0AAF818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471" y="1759261"/>
            <a:ext cx="3581900" cy="19433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5545F7-7232-31DE-621F-2748A655C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630" y="1747967"/>
            <a:ext cx="1533739" cy="185763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BE1FF09-692F-D89D-E4F9-85069E664E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177" y="1747967"/>
            <a:ext cx="3658111" cy="22005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5F24C3-DF3A-66FC-CB05-36FB387D83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678" y="4891987"/>
            <a:ext cx="2029108" cy="11241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B6A1EEF-B442-8A90-C7A9-CEA09772BB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54" y="4891987"/>
            <a:ext cx="1732146" cy="65929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D29D736-06DA-071C-0B27-1920693DDA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746" y="4179486"/>
            <a:ext cx="3591426" cy="186716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8A4F1B7-5E47-AFF6-3566-37B2FACE94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" y="3026506"/>
            <a:ext cx="1937817" cy="349490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5D703C-FDE2-AE0D-1E31-B193088F72DD}"/>
              </a:ext>
            </a:extLst>
          </p:cNvPr>
          <p:cNvSpPr txBox="1"/>
          <p:nvPr/>
        </p:nvSpPr>
        <p:spPr>
          <a:xfrm>
            <a:off x="289560" y="1333475"/>
            <a:ext cx="114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1</a:t>
            </a:r>
            <a:endParaRPr lang="en-US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15C714-E19D-8610-3120-FBC413540778}"/>
              </a:ext>
            </a:extLst>
          </p:cNvPr>
          <p:cNvSpPr txBox="1"/>
          <p:nvPr/>
        </p:nvSpPr>
        <p:spPr>
          <a:xfrm>
            <a:off x="2518746" y="133347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2</a:t>
            </a:r>
            <a:endParaRPr lang="en-US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1E06CD-AF4D-F36D-F5F7-D4D35DE0E371}"/>
              </a:ext>
            </a:extLst>
          </p:cNvPr>
          <p:cNvSpPr txBox="1"/>
          <p:nvPr/>
        </p:nvSpPr>
        <p:spPr>
          <a:xfrm>
            <a:off x="6225540" y="133347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3</a:t>
            </a:r>
            <a:endParaRPr 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FCA4F3-EA4C-C32A-D6CD-3086BA49E923}"/>
              </a:ext>
            </a:extLst>
          </p:cNvPr>
          <p:cNvSpPr txBox="1"/>
          <p:nvPr/>
        </p:nvSpPr>
        <p:spPr>
          <a:xfrm>
            <a:off x="8513445" y="1333474"/>
            <a:ext cx="61607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4</a:t>
            </a:r>
            <a:endParaRPr lang="en-US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4CD151-011D-7FDD-61E4-9C171708DEFA}"/>
              </a:ext>
            </a:extLst>
          </p:cNvPr>
          <p:cNvSpPr txBox="1"/>
          <p:nvPr/>
        </p:nvSpPr>
        <p:spPr>
          <a:xfrm>
            <a:off x="8942070" y="4438566"/>
            <a:ext cx="7338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5</a:t>
            </a:r>
            <a:endParaRPr 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BD1C83-310E-0E1F-9A0B-C7A9D143F58A}"/>
              </a:ext>
            </a:extLst>
          </p:cNvPr>
          <p:cNvSpPr txBox="1"/>
          <p:nvPr/>
        </p:nvSpPr>
        <p:spPr>
          <a:xfrm>
            <a:off x="6691101" y="4468640"/>
            <a:ext cx="8141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6</a:t>
            </a:r>
            <a:endParaRPr lang="en-US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B761D2-695F-6C7D-71FB-93E67B00BC28}"/>
              </a:ext>
            </a:extLst>
          </p:cNvPr>
          <p:cNvSpPr txBox="1"/>
          <p:nvPr/>
        </p:nvSpPr>
        <p:spPr>
          <a:xfrm>
            <a:off x="2502669" y="3820940"/>
            <a:ext cx="8141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7</a:t>
            </a:r>
            <a:endParaRPr lang="en-US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69E72A-0889-C086-9036-C3B40245F0A8}"/>
              </a:ext>
            </a:extLst>
          </p:cNvPr>
          <p:cNvSpPr txBox="1"/>
          <p:nvPr/>
        </p:nvSpPr>
        <p:spPr>
          <a:xfrm>
            <a:off x="163830" y="2749506"/>
            <a:ext cx="8141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F2328"/>
                </a:solidFill>
                <a:latin typeface="Mona Sans VF"/>
              </a:rPr>
              <a:t>Query 8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336340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Mona Sans VF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Prerana Bochare</dc:creator>
  <cp:lastModifiedBy>Prerana Bochare</cp:lastModifiedBy>
  <cp:revision>1</cp:revision>
  <dcterms:created xsi:type="dcterms:W3CDTF">2026-06-22T10:31:13Z</dcterms:created>
  <dcterms:modified xsi:type="dcterms:W3CDTF">2026-06-22T10:48:38Z</dcterms:modified>
</cp:coreProperties>
</file>